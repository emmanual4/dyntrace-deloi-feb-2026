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3B28133-8A78-4025-99BE-23DAA41B604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1B10-2336-49DC-B347-1F9CED967D9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990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8133-8A78-4025-99BE-23DAA41B604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1B10-2336-49DC-B347-1F9CED967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4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8133-8A78-4025-99BE-23DAA41B604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1B10-2336-49DC-B347-1F9CED967D9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33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8133-8A78-4025-99BE-23DAA41B604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1B10-2336-49DC-B347-1F9CED967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8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8133-8A78-4025-99BE-23DAA41B604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1B10-2336-49DC-B347-1F9CED967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8133-8A78-4025-99BE-23DAA41B604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1B10-2336-49DC-B347-1F9CED967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3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8133-8A78-4025-99BE-23DAA41B604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1B10-2336-49DC-B347-1F9CED967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4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8133-8A78-4025-99BE-23DAA41B604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1B10-2336-49DC-B347-1F9CED967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81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8133-8A78-4025-99BE-23DAA41B604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1B10-2336-49DC-B347-1F9CED967D9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328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8133-8A78-4025-99BE-23DAA41B604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1B10-2336-49DC-B347-1F9CED967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64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8133-8A78-4025-99BE-23DAA41B604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1B10-2336-49DC-B347-1F9CED967D9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23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3B28133-8A78-4025-99BE-23DAA41B604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8831B10-2336-49DC-B347-1F9CED967D9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16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3FED-0049-419B-8FD0-20D6A04A87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Application Performance Monitoring (APM) Deep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C27AA-661B-DDFE-832E-9D694EB358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86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DAD1C-A517-16DB-FFAC-4525E6A2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Application Performance Monitoring (APM)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A0EA1-7283-AC68-C30F-A37D2AE84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APM is the practice of monitoring and managing performance and availability of software applications.</a:t>
            </a:r>
          </a:p>
          <a:p>
            <a:pPr>
              <a:buNone/>
            </a:pPr>
            <a:r>
              <a:rPr lang="en-US" dirty="0"/>
              <a:t>It answers: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is my application slow?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Which service is failing?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 the database the bottleneck?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 this a code issue or infrastructure issue?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78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BF5E-8604-F4A1-932F-E782EF1E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Traditional Monitoring Fails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86C1D-2C84-15C3-B97A-D494DA929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Traditional monitoring checks: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Memory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Disk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 uptime</a:t>
            </a:r>
          </a:p>
          <a:p>
            <a:pPr>
              <a:buNone/>
            </a:pPr>
            <a:r>
              <a:rPr lang="en-US" dirty="0"/>
              <a:t>But it cannot answer: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checkout API is slow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Which SQL query caused delay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Which microservice dependency failed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14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3EB88-F97B-D2A9-9488-923EAA990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APM goes deeper into: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Service dependencies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Code-level details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143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4E68-A083-4CDF-4C57-6954C14FE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APM Architecture (Dynatrace 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56A36-1565-68EA-FAF7-FD5C45C64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User → Web App → API → Service → Database</a:t>
            </a:r>
          </a:p>
          <a:p>
            <a:pPr>
              <a:buNone/>
            </a:pPr>
            <a:r>
              <a:rPr lang="en-US" dirty="0"/>
              <a:t>With </a:t>
            </a:r>
            <a:r>
              <a:rPr lang="en-US" dirty="0" err="1"/>
              <a:t>OneAgent</a:t>
            </a:r>
            <a:r>
              <a:rPr lang="en-US" dirty="0"/>
              <a:t> installed: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Captures every request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Tracks flow across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Correlates infrastructure +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62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C990D-D9BC-22DE-DC65-AA5ECD180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Service Detection?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EB63A-D267-2CC5-2C7B-BCBC73C3A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Service detection is automatic identification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services (HTTP)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REST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Background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Message queues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54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81A07-69DB-A7E0-FDBC-CDEF64042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PurePath</a:t>
            </a:r>
            <a:r>
              <a:rPr lang="en-US" dirty="0"/>
              <a:t> Technology?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F25EB-ECAE-E6A6-E984-4DA890787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/>
              <a:t>PurePath</a:t>
            </a:r>
            <a:r>
              <a:rPr lang="en-US" dirty="0"/>
              <a:t> is Dynatrace’s patented transaction tracing engine.</a:t>
            </a:r>
          </a:p>
          <a:p>
            <a:pPr>
              <a:buNone/>
            </a:pPr>
            <a:r>
              <a:rPr lang="en-US" dirty="0"/>
              <a:t>It captures: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request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method 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database query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external service 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Exact time spent in each layer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891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7658-39E2-283F-3DAD-6C1B0A2FC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PurePath</a:t>
            </a:r>
            <a:r>
              <a:rPr lang="en-US" dirty="0"/>
              <a:t> is Powerful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4FB52-4DBC-6B77-14F4-C45BF4021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Traditional logs show:</a:t>
            </a:r>
          </a:p>
          <a:p>
            <a:pPr>
              <a:buNone/>
            </a:pPr>
            <a:r>
              <a:rPr lang="en-US" dirty="0"/>
              <a:t>“Error occurred”</a:t>
            </a:r>
          </a:p>
          <a:p>
            <a:pPr>
              <a:buNone/>
            </a:pPr>
            <a:r>
              <a:rPr lang="en-US" dirty="0" err="1"/>
              <a:t>PurePath</a:t>
            </a:r>
            <a:r>
              <a:rPr lang="en-US" dirty="0"/>
              <a:t> shows: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Exact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Exact line of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Exact SQL query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Exact slow dependency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717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98323-6000-53A3-3A55-8F74A705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Distributed Tracing?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4079-D464-B8DD-F8CF-85F327F11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Distributed tracing tracks a single request across multiple services.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None/>
            </a:pPr>
            <a:r>
              <a:rPr lang="en-US" dirty="0"/>
              <a:t>User clicks "Checkout"</a:t>
            </a:r>
            <a:br>
              <a:rPr lang="en-US" dirty="0"/>
            </a:br>
            <a:r>
              <a:rPr lang="en-US" dirty="0"/>
              <a:t>Request flows through: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 service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Inventory service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Payment service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</a:t>
            </a:r>
          </a:p>
          <a:p>
            <a:pPr>
              <a:buNone/>
            </a:pPr>
            <a:r>
              <a:rPr lang="en-US" dirty="0"/>
              <a:t>All connected via one trace ID.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218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F8F8C-1C8C-4493-C563-C70A5A9B2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9E8D-E3FC-97BE-E8A6-A188EE508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Trace = Entire request journey</a:t>
            </a:r>
            <a:br>
              <a:rPr lang="en-US" dirty="0"/>
            </a:br>
            <a:r>
              <a:rPr lang="en-US" dirty="0"/>
              <a:t>Span = One service execution inside trace</a:t>
            </a:r>
            <a:br>
              <a:rPr lang="en-US" dirty="0"/>
            </a:br>
            <a:r>
              <a:rPr lang="en-US" dirty="0"/>
              <a:t>Root span = First service</a:t>
            </a:r>
          </a:p>
          <a:p>
            <a:pPr>
              <a:buNone/>
            </a:pPr>
            <a:r>
              <a:rPr lang="en-US" dirty="0"/>
              <a:t>Important terms: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Throughput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Failure rate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7010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</TotalTime>
  <Words>293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Tw Cen MT</vt:lpstr>
      <vt:lpstr>Tw Cen MT Condensed</vt:lpstr>
      <vt:lpstr>Wingdings 3</vt:lpstr>
      <vt:lpstr>Integral</vt:lpstr>
      <vt:lpstr>Application Performance Monitoring (APM) Deep Dive</vt:lpstr>
      <vt:lpstr>What is Application Performance Monitoring (APM)</vt:lpstr>
      <vt:lpstr>Why Traditional Monitoring Fails</vt:lpstr>
      <vt:lpstr>PowerPoint Presentation</vt:lpstr>
      <vt:lpstr>APM Architecture (Dynatrace View)</vt:lpstr>
      <vt:lpstr>What is Service Detection?</vt:lpstr>
      <vt:lpstr>What is PurePath Technology?</vt:lpstr>
      <vt:lpstr>Why PurePath is Powerful</vt:lpstr>
      <vt:lpstr>What is Distributed Tracing?</vt:lpstr>
      <vt:lpstr>Key Concepts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Vikash Verma</dc:creator>
  <cp:lastModifiedBy>Vikash Verma</cp:lastModifiedBy>
  <cp:revision>4</cp:revision>
  <dcterms:created xsi:type="dcterms:W3CDTF">2026-02-18T00:24:55Z</dcterms:created>
  <dcterms:modified xsi:type="dcterms:W3CDTF">2026-02-18T00:29:55Z</dcterms:modified>
</cp:coreProperties>
</file>