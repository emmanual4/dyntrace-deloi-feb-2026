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774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2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89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76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6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6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6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98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88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7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29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8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Dynatrace Professional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Day-1: Introduction &amp; </a:t>
            </a:r>
            <a:r>
              <a:t>Environment Setup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Understand Observability vs Monitoring</a:t>
            </a:r>
          </a:p>
          <a:p>
            <a:pPr lvl="1"/>
            <a:r>
              <a:t>Learn Dynatrace Architecture &amp; Deployment Models</a:t>
            </a:r>
          </a:p>
          <a:p>
            <a:pPr lvl="1"/>
            <a:r>
              <a:t>Install Dynatrace OneAgent</a:t>
            </a:r>
          </a:p>
          <a:p>
            <a:pPr lvl="1"/>
            <a:r>
              <a:t>Explore Smartscape &amp; UI Navigation</a:t>
            </a:r>
          </a:p>
          <a:p>
            <a:pPr lvl="1"/>
            <a:r>
              <a:t>Simulate &amp; Analyze AI-based Problem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vs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Monitoring: Known issue detection</a:t>
            </a:r>
          </a:p>
          <a:p>
            <a:pPr lvl="1"/>
            <a:r>
              <a:t>Observability: Understand unknown failures</a:t>
            </a:r>
          </a:p>
          <a:p>
            <a:pPr lvl="1"/>
            <a:r>
              <a:t>Metrics, Logs, Traces are core pillars</a:t>
            </a:r>
          </a:p>
          <a:p>
            <a:pPr lvl="1"/>
            <a:r>
              <a:t>APM provides end-to-end visibility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Dynatrace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Full-stack monitoring platform</a:t>
            </a:r>
          </a:p>
          <a:p>
            <a:pPr lvl="1"/>
            <a:r>
              <a:t>AI-powered root cause analysis (Davis AI)</a:t>
            </a:r>
          </a:p>
          <a:p>
            <a:pPr lvl="1"/>
            <a:r>
              <a:t>Automatic discovery &amp; instrumentation</a:t>
            </a:r>
          </a:p>
          <a:p>
            <a:pPr lvl="1"/>
            <a:r>
              <a:t>Cloud-native &amp; Kubernetes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Dynatrace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OneAgent collects telemetry data</a:t>
            </a:r>
          </a:p>
          <a:p>
            <a:pPr lvl="1"/>
            <a:r>
              <a:t>Cluster processes &amp; analyzes data</a:t>
            </a:r>
          </a:p>
          <a:p>
            <a:pPr lvl="1"/>
            <a:r>
              <a:t>Davis AI correlates events</a:t>
            </a:r>
          </a:p>
          <a:p>
            <a:pPr lvl="1"/>
            <a:r>
              <a:t>UI provides real-time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Models: SaaS vs Managed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SaaS: Hosted &amp; maintained by Dynatrace</a:t>
            </a:r>
          </a:p>
          <a:p>
            <a:pPr lvl="1"/>
            <a:r>
              <a:t>Managed: Installed in customer data center</a:t>
            </a:r>
          </a:p>
          <a:p>
            <a:pPr lvl="1"/>
            <a:r>
              <a:t>Both support hybrid cloud monitoring</a:t>
            </a:r>
          </a:p>
          <a:p>
            <a:pPr lvl="1"/>
            <a:r>
              <a:t>Outbound HTTPS connectivity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Dynatrace OneAgent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Single agent for full-stack monitoring</a:t>
            </a:r>
          </a:p>
          <a:p>
            <a:pPr lvl="1"/>
            <a:r>
              <a:t>Auto-instruments applications</a:t>
            </a:r>
          </a:p>
          <a:p>
            <a:pPr lvl="1"/>
            <a:r>
              <a:t>Supports Windows &amp; Linux</a:t>
            </a:r>
          </a:p>
          <a:p>
            <a:pPr lvl="1"/>
            <a:r>
              <a:t>Deep monitoring &amp; infrastructure monitoring modes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Smartscape Topology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Host Layer</a:t>
            </a:r>
          </a:p>
          <a:p>
            <a:pPr lvl="1"/>
            <a:r>
              <a:t>Process Layer</a:t>
            </a:r>
          </a:p>
          <a:p>
            <a:pPr lvl="1"/>
            <a:r>
              <a:t>Service Layer</a:t>
            </a:r>
          </a:p>
          <a:p>
            <a:pPr lvl="1"/>
            <a:r>
              <a:t>Real-time dependency mapping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Lab-1: Setup Dynatrace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Create Dynatrace SaaS trial account</a:t>
            </a:r>
          </a:p>
          <a:p>
            <a:pPr lvl="1"/>
            <a:r>
              <a:t>Access environment URL</a:t>
            </a:r>
          </a:p>
          <a:p>
            <a:pPr lvl="1"/>
            <a:r>
              <a:t>Review deployment options</a:t>
            </a:r>
          </a:p>
          <a:p>
            <a:pPr lvl="1"/>
            <a:r>
              <a:t>Understand cluster endpoints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Lab-2: Install OneAgent (Linux)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Download installer from UI</a:t>
            </a:r>
          </a:p>
          <a:p>
            <a:pPr lvl="1"/>
            <a:r>
              <a:t>Run installation script</a:t>
            </a:r>
          </a:p>
          <a:p>
            <a:pPr lvl="1"/>
            <a:r>
              <a:t>Verify service status</a:t>
            </a:r>
          </a:p>
          <a:p>
            <a:pPr lvl="1"/>
            <a:r>
              <a:t>Check host appears in Dynatrace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Validate Host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Check CPU, Memory, Disk metrics</a:t>
            </a:r>
          </a:p>
          <a:p>
            <a:pPr lvl="1"/>
            <a:r>
              <a:t>Review detected processes</a:t>
            </a:r>
          </a:p>
          <a:p>
            <a:pPr lvl="1"/>
            <a:r>
              <a:t>Generate sample application load</a:t>
            </a:r>
          </a:p>
          <a:p>
            <a:pPr lvl="1"/>
            <a:r>
              <a:t>Observe auto-discovered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Problem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Automatic anomaly detection</a:t>
            </a:r>
          </a:p>
          <a:p>
            <a:pPr lvl="1"/>
            <a:r>
              <a:t>Dynamic baselining</a:t>
            </a:r>
          </a:p>
          <a:p>
            <a:pPr lvl="1"/>
            <a:r>
              <a:t>Root cause analysis</a:t>
            </a:r>
          </a:p>
          <a:p>
            <a:pPr lvl="1"/>
            <a:r>
              <a:t>Impact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Lab-3: Simulate Performance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Generate CPU spike</a:t>
            </a:r>
          </a:p>
          <a:p>
            <a:pPr lvl="1"/>
            <a:r>
              <a:t>Observe problem creation</a:t>
            </a:r>
          </a:p>
          <a:p>
            <a:pPr lvl="1"/>
            <a:r>
              <a:t>Analyze problem card</a:t>
            </a:r>
          </a:p>
          <a:p>
            <a:pPr lvl="1"/>
            <a:r>
              <a:t>Stop simulation &amp; confirm recovery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Entities, Tags &amp;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Entities: Hosts, Processes, Services</a:t>
            </a:r>
          </a:p>
          <a:p>
            <a:pPr lvl="1"/>
            <a:r>
              <a:t>Auto-discovered metadata</a:t>
            </a:r>
          </a:p>
          <a:p>
            <a:pPr lvl="1"/>
            <a:r>
              <a:t>Manual tagging</a:t>
            </a:r>
          </a:p>
          <a:p>
            <a:pPr lvl="1"/>
            <a:r>
              <a:t>Filtering &amp; grouping benefits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Dashboards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Pre-built dashboards</a:t>
            </a:r>
          </a:p>
          <a:p>
            <a:pPr lvl="1"/>
            <a:r>
              <a:t>Create custom dashboard</a:t>
            </a:r>
          </a:p>
          <a:p>
            <a:pPr lvl="1"/>
            <a:r>
              <a:t>Add CPU &amp; Memory tiles</a:t>
            </a:r>
          </a:p>
          <a:p>
            <a:pPr lvl="1"/>
            <a:r>
              <a:t>Role-based monitoring views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Day-1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Environment setup completed</a:t>
            </a:r>
          </a:p>
          <a:p>
            <a:pPr lvl="1"/>
            <a:r>
              <a:t>OneAgent installed successfully</a:t>
            </a:r>
          </a:p>
          <a:p>
            <a:pPr lvl="1"/>
            <a:r>
              <a:t>Host &amp; services monitored</a:t>
            </a:r>
          </a:p>
          <a:p>
            <a:pPr lvl="1"/>
            <a:r>
              <a:t>AI problem detection validated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305</Words>
  <Application>Microsoft Office PowerPoint</Application>
  <PresentationFormat>On-screen Show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Tw Cen MT</vt:lpstr>
      <vt:lpstr>Tw Cen MT Condensed</vt:lpstr>
      <vt:lpstr>Wingdings 3</vt:lpstr>
      <vt:lpstr>Integral</vt:lpstr>
      <vt:lpstr>Dynatrace Professional Training</vt:lpstr>
      <vt:lpstr>Learning Objectives</vt:lpstr>
      <vt:lpstr>Observability vs Monitoring</vt:lpstr>
      <vt:lpstr>Dynatrace Overview</vt:lpstr>
      <vt:lpstr>Dynatrace Architecture</vt:lpstr>
      <vt:lpstr>Deployment Models: SaaS vs Managed</vt:lpstr>
      <vt:lpstr>Dynatrace OneAgent</vt:lpstr>
      <vt:lpstr>Smartscape Topology View</vt:lpstr>
      <vt:lpstr>Lab-1: Setup Dynatrace Trial</vt:lpstr>
      <vt:lpstr>Lab-2: Install OneAgent (Linux)</vt:lpstr>
      <vt:lpstr>Validate Host Monitoring</vt:lpstr>
      <vt:lpstr>AI-Powered Problem Detection</vt:lpstr>
      <vt:lpstr>Lab-3: Simulate Performance Issue</vt:lpstr>
      <vt:lpstr>Entities, Tags &amp; Metadata</vt:lpstr>
      <vt:lpstr>Dashboards &amp; Visualization</vt:lpstr>
      <vt:lpstr>Day-1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2026-02-15T04:46:16Z</dcterms:modified>
  <cp:category/>
</cp:coreProperties>
</file>