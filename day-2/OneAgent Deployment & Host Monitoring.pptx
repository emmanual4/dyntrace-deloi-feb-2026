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42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03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7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8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32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6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75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9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71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1ADAE33-DCB9-4955-9D6D-8D35064FA1E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E2156C1-F1F7-4CCD-816D-24066A5A40B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91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45F9-19BC-5919-4578-D73BBEF8D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OneAgent</a:t>
            </a:r>
            <a:r>
              <a:rPr lang="en-US" dirty="0"/>
              <a:t> Deployment &amp; Host Monitoring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6BCA0-2938-0E37-161A-8E34DFC33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7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11CB9-9427-B3E7-B5CE-56868F7F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OneAgent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5C23-0764-D9CA-34DF-427057EA7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Dynatrace </a:t>
            </a:r>
            <a:r>
              <a:rPr lang="en-US" dirty="0" err="1"/>
              <a:t>OneAgent</a:t>
            </a:r>
            <a:r>
              <a:rPr lang="en-US" dirty="0"/>
              <a:t>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single intelligent 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Auto-discovers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Collects infrastructure + application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full-stack observability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76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AFB66-2278-431C-B5C8-1C4C15633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OneAgent</a:t>
            </a:r>
            <a:r>
              <a:rPr lang="en-US" dirty="0"/>
              <a:t> Architecture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3E1C4-ABA4-C2FF-EC56-3A941810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OneAgent</a:t>
            </a:r>
            <a:r>
              <a:rPr lang="en-US" dirty="0"/>
              <a:t> installed on host</a:t>
            </a:r>
          </a:p>
          <a:p>
            <a:r>
              <a:rPr lang="en-US" dirty="0"/>
              <a:t>Sends data to:</a:t>
            </a:r>
          </a:p>
          <a:p>
            <a:pPr lvl="1"/>
            <a:r>
              <a:rPr lang="en-US" dirty="0"/>
              <a:t>Dynatrace SaaS (direct)</a:t>
            </a:r>
          </a:p>
          <a:p>
            <a:pPr lvl="1"/>
            <a:r>
              <a:rPr lang="en-US" dirty="0"/>
              <a:t>Or via </a:t>
            </a:r>
            <a:r>
              <a:rPr lang="en-US" dirty="0" err="1"/>
              <a:t>ActiveGate</a:t>
            </a:r>
            <a:r>
              <a:rPr lang="en-US" dirty="0"/>
              <a:t> (optional)</a:t>
            </a:r>
          </a:p>
          <a:p>
            <a:pPr lvl="1"/>
            <a:r>
              <a:rPr lang="en-US" dirty="0"/>
              <a:t>Data processed by AI Engine (Davis)</a:t>
            </a:r>
          </a:p>
        </p:txBody>
      </p:sp>
    </p:spTree>
    <p:extLst>
      <p:ext uri="{BB962C8B-B14F-4D97-AF65-F5344CB8AC3E}">
        <p14:creationId xmlns:p14="http://schemas.microsoft.com/office/powerpoint/2010/main" val="3942940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23A227A-36C9-494B-7A45-01D208A749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361" y="840658"/>
            <a:ext cx="9512710" cy="5468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1848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479A42C-89B8-75C0-2F6E-12F0DD9488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064" y="855406"/>
            <a:ext cx="8303341" cy="545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3579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21C96457-2B6D-5C72-56A6-E66A49731F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405" y="929148"/>
            <a:ext cx="10235381" cy="537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33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Levels of data protection — Dynatrace Docs">
            <a:extLst>
              <a:ext uri="{FF2B5EF4-FFF2-40B4-BE49-F238E27FC236}">
                <a16:creationId xmlns:a16="http://schemas.microsoft.com/office/drawing/2014/main" id="{97A668C5-3651-C730-5600-90BBF1E3A8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871" y="855406"/>
            <a:ext cx="10043652" cy="5453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514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2EC6-AAE7-5302-F42F-3860E51A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OneAgent</a:t>
            </a:r>
            <a:r>
              <a:rPr lang="en-US" dirty="0"/>
              <a:t> Deployment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61E38-4F75-4816-6702-571730CAB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Installation 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Linux shell 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Windows executable (.exe)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Kubernetes operator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automation (AWS, Azure, GCP)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Ansible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201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73A4D-A4E9-F097-0158-3DE68530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Monitoring vs Infrastructure-only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69DF9-DB7B-FA1E-AEE5-B86B90B0B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Deep Monitoring: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Code-level tracing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PurePath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calls</a:t>
            </a:r>
          </a:p>
          <a:p>
            <a:pPr>
              <a:buNone/>
            </a:pPr>
            <a:r>
              <a:rPr lang="en-US" dirty="0"/>
              <a:t>Infrastructure-only: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code instrumentation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613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3DAB-30A5-CEDE-C966-375EED15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Monitoring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579A4-804E-98F8-B035-738432DD2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Host Monitoring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utilization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usage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Disk I/O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traffic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Process-level metrics</a:t>
            </a:r>
          </a:p>
          <a:p>
            <a:pPr>
              <a:buNone/>
            </a:pPr>
            <a:r>
              <a:rPr lang="en-US" dirty="0"/>
              <a:t>UI Navigation:</a:t>
            </a:r>
            <a:br>
              <a:rPr lang="en-US" dirty="0"/>
            </a:br>
            <a:r>
              <a:rPr lang="en-US" dirty="0"/>
              <a:t>Deploy Dynatrace → Hosts → Select Host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303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4E26-6827-EF0B-4D65-13690EDE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573FE-29A5-2829-1D7B-0187D4394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Auto-discovery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IIS worker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Apache / Nginx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3604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</TotalTime>
  <Words>153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Tw Cen MT</vt:lpstr>
      <vt:lpstr>Tw Cen MT Condensed</vt:lpstr>
      <vt:lpstr>Wingdings 3</vt:lpstr>
      <vt:lpstr>Integral</vt:lpstr>
      <vt:lpstr>OneAgent Deployment &amp; Host Monitoring</vt:lpstr>
      <vt:lpstr>What is OneAgent?</vt:lpstr>
      <vt:lpstr>OneAgent Architecture Flow</vt:lpstr>
      <vt:lpstr>PowerPoint Presentation</vt:lpstr>
      <vt:lpstr>PowerPoint Presentation</vt:lpstr>
      <vt:lpstr>PowerPoint Presentation</vt:lpstr>
      <vt:lpstr>PowerPoint Presentation</vt:lpstr>
      <vt:lpstr>OneAgent Deployment Options</vt:lpstr>
      <vt:lpstr>Deep Monitoring vs Infrastructure-only</vt:lpstr>
      <vt:lpstr>Host Monitoring Overview</vt:lpstr>
      <vt:lpstr>Process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Vikash Verma</dc:creator>
  <cp:lastModifiedBy>Vikash Verma</cp:lastModifiedBy>
  <cp:revision>7</cp:revision>
  <dcterms:created xsi:type="dcterms:W3CDTF">2026-02-16T22:42:14Z</dcterms:created>
  <dcterms:modified xsi:type="dcterms:W3CDTF">2026-02-16T22:48:36Z</dcterms:modified>
</cp:coreProperties>
</file>