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688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1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516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21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5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86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2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0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395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47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661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80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D558DD-63AD-912B-8FA1-01B5133B2C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AI-Powered Problem Detection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6815D1E-02BF-BAA6-EF96-A011E838FE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Vikash Verma</a:t>
            </a:r>
          </a:p>
        </p:txBody>
      </p:sp>
    </p:spTree>
    <p:extLst>
      <p:ext uri="{BB962C8B-B14F-4D97-AF65-F5344CB8AC3E}">
        <p14:creationId xmlns:p14="http://schemas.microsoft.com/office/powerpoint/2010/main" val="3748419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AI-Powered Problem Detection (Davis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Topics:</a:t>
            </a:r>
          </a:p>
          <a:p>
            <a:r>
              <a:rPr dirty="0"/>
              <a:t>• Davis AI fundamentals</a:t>
            </a:r>
          </a:p>
          <a:p>
            <a:r>
              <a:rPr dirty="0"/>
              <a:t>• Automatic anomaly detection</a:t>
            </a:r>
          </a:p>
          <a:p>
            <a:r>
              <a:rPr dirty="0"/>
              <a:t>• Root cause analysis</a:t>
            </a:r>
          </a:p>
          <a:p>
            <a:r>
              <a:rPr dirty="0"/>
              <a:t>• Event correlation</a:t>
            </a:r>
          </a:p>
          <a:p>
            <a:r>
              <a:rPr dirty="0"/>
              <a:t>• Impact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in Observability?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Traditional Monitoring Problems:</a:t>
            </a:r>
          </a:p>
          <a:p>
            <a:r>
              <a:t>• Too many alerts</a:t>
            </a:r>
          </a:p>
          <a:p>
            <a:r>
              <a:t>• Manual correlation</a:t>
            </a:r>
          </a:p>
          <a:p>
            <a:r>
              <a:t>• Alert noise</a:t>
            </a:r>
          </a:p>
          <a:p>
            <a:r>
              <a:t>• Slow RCA</a:t>
            </a:r>
          </a:p>
          <a:p>
            <a:endParaRPr/>
          </a:p>
          <a:p>
            <a:r>
              <a:t>AI-Driven Benefits:</a:t>
            </a:r>
          </a:p>
          <a:p>
            <a:r>
              <a:t>• Automatic detection</a:t>
            </a:r>
          </a:p>
          <a:p>
            <a:r>
              <a:t>• Automatic correlation</a:t>
            </a:r>
          </a:p>
          <a:p>
            <a:r>
              <a:t>• Single problem view</a:t>
            </a:r>
          </a:p>
          <a:p>
            <a:r>
              <a:t>• Precise root cause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Davis AI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Deterministic AI engine</a:t>
            </a:r>
          </a:p>
          <a:p>
            <a:r>
              <a:t>• Uses Smartscape topology</a:t>
            </a:r>
          </a:p>
          <a:p>
            <a:r>
              <a:t>• Automatic baselining</a:t>
            </a:r>
          </a:p>
          <a:p>
            <a:r>
              <a:t>• PurePath tracing</a:t>
            </a:r>
          </a:p>
          <a:p>
            <a:r>
              <a:t>• Real-time causation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Automatic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Detects deviation from baseline</a:t>
            </a:r>
          </a:p>
          <a:p>
            <a:r>
              <a:t>• Dynamic baselining</a:t>
            </a:r>
          </a:p>
          <a:p>
            <a:r>
              <a:t>• Infrastructure anomalies</a:t>
            </a:r>
          </a:p>
          <a:p>
            <a:r>
              <a:t>• Application anomalies</a:t>
            </a:r>
          </a:p>
          <a:p>
            <a:r>
              <a:t>• Database anomalies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CPU spike</a:t>
            </a:r>
          </a:p>
          <a:p>
            <a:r>
              <a:t>• Memory saturation</a:t>
            </a:r>
          </a:p>
          <a:p>
            <a:r>
              <a:t>• Disk I/O latency</a:t>
            </a:r>
          </a:p>
          <a:p>
            <a:r>
              <a:t>• Network packet loss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Response time degradation</a:t>
            </a:r>
          </a:p>
          <a:p>
            <a:r>
              <a:t>• Error rate spike</a:t>
            </a:r>
          </a:p>
          <a:p>
            <a:r>
              <a:t>• Throughput drop</a:t>
            </a:r>
          </a:p>
          <a:p>
            <a:r>
              <a:t>• Service slowdown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Slow queries</a:t>
            </a:r>
          </a:p>
          <a:p>
            <a:r>
              <a:t>• Lock wait increase</a:t>
            </a:r>
          </a:p>
          <a:p>
            <a:r>
              <a:t>• Active session spike</a:t>
            </a:r>
          </a:p>
          <a:p>
            <a:r>
              <a:t>• Transaction contention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Analysis (RCA)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anomaly</a:t>
            </a:r>
          </a:p>
          <a:p>
            <a:r>
              <a:t>• Map dependencies</a:t>
            </a:r>
          </a:p>
          <a:p>
            <a:r>
              <a:t>• Eliminate secondary symptoms</a:t>
            </a:r>
          </a:p>
          <a:p>
            <a:r>
              <a:t>• Identify primary cause</a:t>
            </a:r>
          </a:p>
          <a:p>
            <a:r>
              <a:t>• Provide explainable root cause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Multiple events → One problem</a:t>
            </a:r>
          </a:p>
          <a:p>
            <a:r>
              <a:t>• Reduces alert storms</a:t>
            </a:r>
          </a:p>
          <a:p>
            <a:r>
              <a:t>• Automatic dependency mapping</a:t>
            </a:r>
          </a:p>
          <a:p>
            <a:r>
              <a:t>• Faster MTTR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Which services affected?</a:t>
            </a:r>
          </a:p>
          <a:p>
            <a:r>
              <a:t>• Which applications impacted?</a:t>
            </a:r>
          </a:p>
          <a:p>
            <a:r>
              <a:t>• User impact measurement</a:t>
            </a:r>
          </a:p>
          <a:p>
            <a:r>
              <a:t>• SLA violation detection</a:t>
            </a:r>
          </a:p>
          <a:p>
            <a:r>
              <a:t>• Business severity calculation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Incident 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Long transaction starts</a:t>
            </a:r>
          </a:p>
          <a:p>
            <a:r>
              <a:t>2. Lock wait increases</a:t>
            </a:r>
          </a:p>
          <a:p>
            <a:r>
              <a:t>3. DB slows down</a:t>
            </a:r>
          </a:p>
          <a:p>
            <a:r>
              <a:t>4. API response time increases</a:t>
            </a:r>
          </a:p>
          <a:p>
            <a:r>
              <a:t>5. Users impacted</a:t>
            </a:r>
          </a:p>
          <a:p>
            <a:endParaRPr/>
          </a:p>
          <a:p>
            <a:r>
              <a:t>Davis identifies DB as root cause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Advantages of Davis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Noise reduction</a:t>
            </a:r>
          </a:p>
          <a:p>
            <a:r>
              <a:t>• Automatic correlation</a:t>
            </a:r>
          </a:p>
          <a:p>
            <a:r>
              <a:t>• Precise RCA</a:t>
            </a:r>
          </a:p>
          <a:p>
            <a:r>
              <a:t>• Business impact visibility</a:t>
            </a:r>
          </a:p>
          <a:p>
            <a:r>
              <a:t>• Faster resolution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</TotalTime>
  <Words>289</Words>
  <Application>Microsoft Office PowerPoint</Application>
  <PresentationFormat>On-screen Show (4:3)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Tw Cen MT</vt:lpstr>
      <vt:lpstr>Tw Cen MT Condensed</vt:lpstr>
      <vt:lpstr>Wingdings 3</vt:lpstr>
      <vt:lpstr>Integral</vt:lpstr>
      <vt:lpstr>AI-Powered Problem Detection</vt:lpstr>
      <vt:lpstr>Day 5 – AI-Powered Problem Detection (Davis AI)</vt:lpstr>
      <vt:lpstr>Why AI in Observability?</vt:lpstr>
      <vt:lpstr>Davis AI Fundamentals</vt:lpstr>
      <vt:lpstr>Automatic Anomaly Detection</vt:lpstr>
      <vt:lpstr>Infrastructure Anomalies</vt:lpstr>
      <vt:lpstr>Application Anomalies</vt:lpstr>
      <vt:lpstr>Database Anomalies</vt:lpstr>
      <vt:lpstr>Root Cause Analysis (RCA)</vt:lpstr>
      <vt:lpstr>Event Correlation</vt:lpstr>
      <vt:lpstr>Impact Analysis</vt:lpstr>
      <vt:lpstr>Complete Incident Flow Example</vt:lpstr>
      <vt:lpstr>Key Advantages of Davis AI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2026-02-20T03:45:42Z</dcterms:modified>
  <cp:category/>
</cp:coreProperties>
</file>