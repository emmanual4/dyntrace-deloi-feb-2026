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D320C875-435A-449B-99BC-820BA2C0A53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8D563-415C-432A-9B4D-E08C96C89D3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599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0C875-435A-449B-99BC-820BA2C0A53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8D563-415C-432A-9B4D-E08C96C89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65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0C875-435A-449B-99BC-820BA2C0A53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8D563-415C-432A-9B4D-E08C96C89D3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354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0C875-435A-449B-99BC-820BA2C0A53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8D563-415C-432A-9B4D-E08C96C89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2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0C875-435A-449B-99BC-820BA2C0A53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8D563-415C-432A-9B4D-E08C96C89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288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0C875-435A-449B-99BC-820BA2C0A53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8D563-415C-432A-9B4D-E08C96C89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594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0C875-435A-449B-99BC-820BA2C0A53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8D563-415C-432A-9B4D-E08C96C89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41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0C875-435A-449B-99BC-820BA2C0A53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8D563-415C-432A-9B4D-E08C96C89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14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0C875-435A-449B-99BC-820BA2C0A53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8D563-415C-432A-9B4D-E08C96C89D3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8120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0C875-435A-449B-99BC-820BA2C0A53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8D563-415C-432A-9B4D-E08C96C89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25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0C875-435A-449B-99BC-820BA2C0A53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8D563-415C-432A-9B4D-E08C96C89D3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0693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320C875-435A-449B-99BC-820BA2C0A53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5A8D563-415C-432A-9B4D-E08C96C89D3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53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247EC-0897-8608-815F-9727E5B9C0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Infrastructure &amp; Database Monitoring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935E7B-08F3-7B0E-6ADC-A3632F8977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Vikash Verma</a:t>
            </a:r>
          </a:p>
        </p:txBody>
      </p:sp>
    </p:spTree>
    <p:extLst>
      <p:ext uri="{BB962C8B-B14F-4D97-AF65-F5344CB8AC3E}">
        <p14:creationId xmlns:p14="http://schemas.microsoft.com/office/powerpoint/2010/main" val="2792002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5A6D5-36FC-08F8-DCB3-4C74C020A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Infrastructure Monitoring?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DAE4B-C1B1-70EC-F6B9-B39625E32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Infrastructure monitoring tracks: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CPU utilization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Memory consumption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Disk 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traffic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Process health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Container health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512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DD876-79A3-1949-2E20-E50628A3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Dynatrace Infrastructure Monitoring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921D412-3862-FAB7-AA73-B0B0A06BFD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8313" y="2286000"/>
            <a:ext cx="7151511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2699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9325D44-499C-61EA-6EF8-D875949FD55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38" y="3213952"/>
            <a:ext cx="9720262" cy="216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290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10887-6EF7-B13C-D1F5-1BE94AA4C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Dynatrace Infrastructure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36EDC-67C9-6147-333F-441267583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Dynatrace automatically monitors: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Hosts (VM, EC2, On-prem)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Kubernetes nodes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Containers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Processes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OS-level metrics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861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DC2C6-1A53-D748-94BA-67436A5C0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 Monitoring Deep Dive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DF7E4-A309-650E-40AF-55853CC45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In Dynatrace → Infrastructure → Hosts</a:t>
            </a:r>
          </a:p>
          <a:p>
            <a:pPr>
              <a:buNone/>
            </a:pPr>
            <a:r>
              <a:rPr lang="en-US" dirty="0"/>
              <a:t>Key Metrics: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CPU 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Load average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Memory usage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Disk queue length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throughput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211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F84B3-E7F4-59BD-853A-F6655B75E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Process-Level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350AD-FA0F-1FEB-5E20-46B98101E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Dynatrace auto-detects: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Apache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Nginx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Node.js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.NET 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Java</a:t>
            </a:r>
          </a:p>
          <a:p>
            <a:r>
              <a:rPr lang="en-US" dirty="0"/>
              <a:t>Real Scenario:</a:t>
            </a:r>
            <a:br>
              <a:rPr lang="en-US" dirty="0"/>
            </a:br>
            <a:r>
              <a:rPr lang="en-US" dirty="0"/>
              <a:t>Apache consuming 90% CPU → API response delay.</a:t>
            </a:r>
          </a:p>
        </p:txBody>
      </p:sp>
    </p:spTree>
    <p:extLst>
      <p:ext uri="{BB962C8B-B14F-4D97-AF65-F5344CB8AC3E}">
        <p14:creationId xmlns:p14="http://schemas.microsoft.com/office/powerpoint/2010/main" val="111894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EE8E1-105F-BB9B-B39E-136482A78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Monitoring (Kubernetes)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FF2589A-7C60-0736-80A0-76EFF8B324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373" y="2286000"/>
            <a:ext cx="6201391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4991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EAA3F-B316-F8AD-F0E9-4D654BFFF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Monitoring (Kubernetes)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E19A6-3284-06CA-6EA5-25AA4F71A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Metrics monitored: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Pod CPU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Pod memory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Restarts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Node health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Namespace performance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133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4C70F-A9B0-23F1-C4BC-926083177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Performance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2A0BB-9203-EF7A-42B0-ED30E9C29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Why Network Monitoring Matters</a:t>
            </a:r>
          </a:p>
          <a:p>
            <a:pPr>
              <a:buNone/>
            </a:pPr>
            <a:r>
              <a:rPr lang="en-US" dirty="0"/>
              <a:t>Even if CPU is normal: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Latency can increase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Packet loss may occur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External API slowness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Cross-region delays</a:t>
            </a:r>
          </a:p>
          <a:p>
            <a:r>
              <a:rPr lang="en-US" dirty="0"/>
              <a:t>Network issues often appear as:</a:t>
            </a:r>
          </a:p>
          <a:p>
            <a:r>
              <a:rPr lang="en-US" dirty="0"/>
              <a:t>“Application is slow” but CPU looks fine.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520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565F4-3E05-1986-7DE3-4AADA5C19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Dynatrace Service Flow View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39FABC1-4879-462B-80C7-73FE0093CCE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358" y="2286000"/>
            <a:ext cx="7155422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2424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7384A-13C9-5088-CB06-ACF8E1427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Dynatrace Service Flow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2679A-1519-2140-BF45-AAF6521F6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Service Flow shows: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Service-to-service calls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External dependencies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Latency between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Failure rates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941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E1BE-A522-8CEE-A409-DEB483077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Latency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47B69-1B98-8E17-B7E4-982DC15FC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Metrics to check: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Response time breakdown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TCP connect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SSL handshake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Server processing time</a:t>
            </a:r>
          </a:p>
          <a:p>
            <a:pPr>
              <a:buNone/>
            </a:pPr>
            <a:r>
              <a:rPr lang="en-US" dirty="0"/>
              <a:t>Use </a:t>
            </a:r>
            <a:r>
              <a:rPr lang="en-US" dirty="0" err="1"/>
              <a:t>PurePath</a:t>
            </a:r>
            <a:r>
              <a:rPr lang="en-US" dirty="0"/>
              <a:t> to identify: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Where delay occurs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Whether issue is network or server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957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FB77A-624D-EFE1-975E-0269D7E3B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04E04-FE68-BE7B-81EB-92B5918B9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Why Database Monitoring is Critical</a:t>
            </a:r>
          </a:p>
          <a:p>
            <a:pPr>
              <a:buNone/>
            </a:pPr>
            <a:r>
              <a:rPr lang="en-US" dirty="0"/>
              <a:t>Most performance issues come from: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Slow queries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Lock contention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Missing indexes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Connection pool exhaustion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927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79869-80AD-D8E2-75FC-5C96A4067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Dynatrace Database Monitoring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13575D5-8A3B-F508-DEBB-1E625E1F5D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238" y="2286000"/>
            <a:ext cx="8247661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4304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96D86-1F02-0AD7-8D2D-531E8ADCA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Dynatrace Database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61D3B-2288-AE51-B61D-164C86257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Supported Databases: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MySQL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PostgreSQL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SQL Server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Oracle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SQLite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MongoDB</a:t>
            </a:r>
          </a:p>
          <a:p>
            <a:pPr>
              <a:buNone/>
            </a:pPr>
            <a:r>
              <a:rPr lang="en-US" dirty="0"/>
              <a:t>Dynatrace auto-detects DB calls via </a:t>
            </a:r>
            <a:r>
              <a:rPr lang="en-US" dirty="0" err="1"/>
              <a:t>OneAgent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267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33D8E-A74A-9C7A-1710-65F8FF19A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Metrics to Monitor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10657-C337-123C-35F8-431E77048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Key metrics: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Query execution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Calls per minute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Failure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Connection usage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Lock waits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Deadlocks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165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139FF-5AC7-C0F7-D04B-12CF097B5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Query-Level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51E10-D495-C2D2-E86C-25BA809BB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What is Query-Level Monitoring?</a:t>
            </a:r>
          </a:p>
          <a:p>
            <a:pPr>
              <a:buNone/>
            </a:pPr>
            <a:r>
              <a:rPr lang="en-US" dirty="0"/>
              <a:t>Dynatrace captures: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Exact SQL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Execution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Bind parameters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Frequency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Impacted services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392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DF8E2-A0EF-4A76-8CF7-FF68E2414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Query-Level Analysis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3DE7E2D-E4EA-2C37-D4A4-59D8C90F6ED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734" y="2286000"/>
            <a:ext cx="6142669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1221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FF1C-FF15-4EF8-605D-29C64BFF1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Analysis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488C8-981D-43CE-DC55-CB771B1AE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You can: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Sort by execution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Sort by failure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N+1 queries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 missing indexes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1544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2FDB3-92A0-4DF5-9B3E-EDC452B69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 Bottleneck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E5F38-E449-A938-AEF9-900A5B1F6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What is a Bottleneck?</a:t>
            </a:r>
          </a:p>
          <a:p>
            <a:pPr>
              <a:buNone/>
            </a:pPr>
            <a:r>
              <a:rPr lang="en-US" dirty="0"/>
              <a:t>A bottleneck is:</a:t>
            </a:r>
          </a:p>
          <a:p>
            <a:pPr>
              <a:buNone/>
            </a:pPr>
            <a:r>
              <a:rPr lang="en-US" dirty="0"/>
              <a:t>The slowest component limiting overall performance.</a:t>
            </a:r>
          </a:p>
          <a:p>
            <a:pPr>
              <a:buNone/>
            </a:pPr>
            <a:r>
              <a:rPr lang="en-US" dirty="0"/>
              <a:t>Could be: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CPU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External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Thread pool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80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FDF14-E7A5-E66E-86A6-A4564FBA0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Smartscape</a:t>
            </a:r>
            <a:r>
              <a:rPr lang="en-US" dirty="0"/>
              <a:t> Topology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1CF4EF4-286C-8ABC-C3D1-6BD6C546089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8313" y="2286000"/>
            <a:ext cx="7151511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2652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70EF5-0CCD-D8CB-7AB2-230AF99A2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Smartscape</a:t>
            </a:r>
            <a:r>
              <a:rPr lang="en-US" dirty="0"/>
              <a:t>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A4E60-8ED1-9501-31EE-85D2DFB70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err="1"/>
              <a:t>Smartscape</a:t>
            </a:r>
            <a:r>
              <a:rPr lang="en-US" dirty="0"/>
              <a:t> shows: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Processes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Dependencies</a:t>
            </a:r>
          </a:p>
          <a:p>
            <a:pPr>
              <a:buNone/>
            </a:pPr>
            <a:r>
              <a:rPr lang="en-US" dirty="0"/>
              <a:t>It automatically identifies: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Root cause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Impacted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impact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3617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</TotalTime>
  <Words>382</Words>
  <Application>Microsoft Office PowerPoint</Application>
  <PresentationFormat>Widescreen</PresentationFormat>
  <Paragraphs>129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Tw Cen MT</vt:lpstr>
      <vt:lpstr>Tw Cen MT Condensed</vt:lpstr>
      <vt:lpstr>Wingdings 3</vt:lpstr>
      <vt:lpstr>Integral</vt:lpstr>
      <vt:lpstr>Infrastructure &amp; Database Monitoring</vt:lpstr>
      <vt:lpstr>What is Infrastructure Monitoring?</vt:lpstr>
      <vt:lpstr>Dynatrace Infrastructure Monitoring</vt:lpstr>
      <vt:lpstr>PowerPoint Presentation</vt:lpstr>
      <vt:lpstr>Dynatrace Infrastructure Monitoring</vt:lpstr>
      <vt:lpstr>Host Monitoring Deep Dive</vt:lpstr>
      <vt:lpstr>Process-Level Monitoring</vt:lpstr>
      <vt:lpstr>Container Monitoring (Kubernetes)</vt:lpstr>
      <vt:lpstr>Container Monitoring (Kubernetes)</vt:lpstr>
      <vt:lpstr>Network Performance Monitoring</vt:lpstr>
      <vt:lpstr>Dynatrace Service Flow View</vt:lpstr>
      <vt:lpstr>Dynatrace Service Flow View</vt:lpstr>
      <vt:lpstr>Network Latency Analysis</vt:lpstr>
      <vt:lpstr>Database Monitoring</vt:lpstr>
      <vt:lpstr>Dynatrace Database Monitoring</vt:lpstr>
      <vt:lpstr>Dynatrace Database Monitoring</vt:lpstr>
      <vt:lpstr>Database Metrics to Monitor</vt:lpstr>
      <vt:lpstr>Query-Level Analysis</vt:lpstr>
      <vt:lpstr>Query-Level Analysis</vt:lpstr>
      <vt:lpstr>Query Analysis View</vt:lpstr>
      <vt:lpstr>Microservices Bottleneck Detection</vt:lpstr>
      <vt:lpstr>Smartscape Topology</vt:lpstr>
      <vt:lpstr>Smartscape Topology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Vikash Verma</dc:creator>
  <cp:lastModifiedBy>Vikash Verma</cp:lastModifiedBy>
  <cp:revision>9</cp:revision>
  <dcterms:created xsi:type="dcterms:W3CDTF">2026-02-19T03:37:55Z</dcterms:created>
  <dcterms:modified xsi:type="dcterms:W3CDTF">2026-02-19T03:45:34Z</dcterms:modified>
</cp:coreProperties>
</file>